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Procesor tekstu i AI w Dokumentacji Projektowej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2590800"/>
          </a:xfrm>
        </p:spPr>
        <p:txBody>
          <a:bodyPr/>
          <a:lstStyle/>
          <a:p>
            <a:pPr lvl="0"/>
            <a:r>
              <a:rPr/>
              <a:t>Współpraca to klucz w IT – dokumentów nie piszemy na własnym dysku</a:t>
            </a:r>
          </a:p>
          <a:p>
            <a:pPr lvl="0"/>
            <a:r>
              <a:rPr/>
              <a:t>Google Docs: wspólna praca, komentarze, historia wersji</a:t>
            </a:r>
          </a:p>
          <a:p>
            <a:pPr lvl="0"/>
            <a:r>
              <a:rPr/>
              <a:t>Dobre praktyki dokumentacji technicznej i projektowej</a:t>
            </a:r>
          </a:p>
          <a:p>
            <a:pPr lvl="0"/>
            <a:r>
              <a:rPr/>
              <a:t>Google NotebookLM: wsparcie AI przy dużych tekstach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3911600"/>
          <a:ext cx="8229600" cy="54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## Dlaczego praca zespołowa wymaga chmury? - Wysyłanie plików e-mailem (projekt_v2_FINAL_ostateczny.docx) rodzi chaos - W chmurze (Google Docs, Office 365) wiele osób pisze ten sam plik w czasie rzeczywistym - Możliwość sugerowania zmian (tryb recenzji) i zostawiania komentarzy - Historia wersji chroni przed przypadkowym usunięciem fragmentów tekstu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## Estetyka i struktura dokumentacji - Nikt nie czyta ścian tekstu – strukturuj dokument za pomocą stylów Nagłówków (H1, H2, H3) - Automatyczny spis treści działa poprawnie TYLKO wtedy, gdy używasz stylów nagłówków (a nie tylko pogrubienia!) - Używaj list punktowanych, tabel i konsekwentnego fontu (np. Roboto, Arial, Calibri) - Formatowanie świadczy o Twoim profesjonalizmie!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Szablony dokumentów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2590800"/>
          </a:xfrm>
        </p:spPr>
        <p:txBody>
          <a:bodyPr/>
          <a:lstStyle/>
          <a:p>
            <a:pPr lvl="0"/>
            <a:r>
              <a:rPr/>
              <a:t>Brief projektowy: dokument definiujący cele biznesowe, odbiorców i podstawowe funkcje aplikacji</a:t>
            </a:r>
          </a:p>
          <a:p>
            <a:pPr lvl="0"/>
            <a:r>
              <a:rPr/>
              <a:t>Specyfikacja techniczna: precyzyjny dokument dla programistów (jak aplikacja ma działać pod spodem)</a:t>
            </a:r>
          </a:p>
          <a:p>
            <a:pPr lvl="0"/>
            <a:r>
              <a:rPr/>
              <a:t>Instrukcja użytkownika: krok po kroku jak używać systemu (często ze zrzutami ekranu)</a:t>
            </a:r>
          </a:p>
          <a:p>
            <a:pPr lvl="0"/>
            <a:r>
              <a:rPr/>
              <a:t>Zawsze dopasowuj język dokumentu do jego odbiorcy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3911600"/>
          <a:ext cx="8229600" cy="5461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## Czym jest Google NotebookLM? - NotebookLM to innowacyjne narzędzie badawcze od Google oparte na AI - W przeciwieństwie do ChatGPT, jest Twoim osobistym asystentem ograniczonym TYLKO do wgranych przez Ciebie materiałów - Pozwala zsyntetyzować dziesiątki plików PDF, notatek i stron internetowych w logiczne podsumowania - Generuje poprawne cytowania (odsyła dokładnie do źródłowego dokumentu!)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Kiedy używać AI w procesorach tekstu?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 korekty językowej, stylistyki i tłumaczeń</a:t>
            </a:r>
          </a:p>
          <a:p>
            <a:pPr lvl="0"/>
            <a:r>
              <a:rPr/>
              <a:t>Do podsumowywania długich raportów (streszczenia zarządcze, tzw. Executive Summary)</a:t>
            </a:r>
          </a:p>
          <a:p>
            <a:pPr lvl="0"/>
            <a:r>
              <a:rPr/>
              <a:t>Do przełamywania “lęku pustej kartki” (tworzenie zarysów konspektów)</a:t>
            </a:r>
          </a:p>
          <a:p>
            <a:pPr lvl="0"/>
            <a:r>
              <a:rPr/>
              <a:t>Pamiętaj: AI “halucynuje” (zmyśla). Ty zawsze ponosisz odpowiedzialność za ostateczny tekst!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2026-09-21T18:35:53Z</dcterms:created>
  <dcterms:modified xsi:type="dcterms:W3CDTF">2026-09-21T18:35:53Z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