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10" Type="http://schemas.openxmlformats.org/officeDocument/2006/relationships/viewProps" Target="viewProps.xml" /><Relationship Id="rId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2" Type="http://schemas.openxmlformats.org/officeDocument/2006/relationships/tableStyles" Target="tableStyles.xml" /><Relationship Id="rId1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Dokumentacja projektowa w IT - Wprowadzenie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Dokumentacja jako kluczowy element pracy zespołowej</a:t>
            </a:r>
          </a:p>
          <a:p>
            <a:pPr lvl="0"/>
            <a:r>
              <a:rPr/>
              <a:t>Cechy dobrej dokumentacji technicznej</a:t>
            </a:r>
          </a:p>
          <a:p>
            <a:pPr lvl="0"/>
            <a:r>
              <a:rPr/>
              <a:t>Rola standaryzacji (Markdown, szablony)</a:t>
            </a:r>
          </a:p>
          <a:p>
            <a:pPr lvl="0"/>
            <a:r>
              <a:rPr/>
              <a:t>Dlaczego kod to nie wszystko? (Komunikacja z klientem i zespołem)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Google Docs - Praca zespołowa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Edycja i kolaboracja w czasie rzeczywistym</a:t>
            </a:r>
          </a:p>
          <a:p>
            <a:pPr lvl="0"/>
            <a:r>
              <a:rPr/>
              <a:t>Komentarze i przypisywanie zadań członkom zespołu</a:t>
            </a:r>
          </a:p>
          <a:p>
            <a:pPr lvl="0"/>
            <a:r>
              <a:rPr/>
              <a:t>Tryb sugerowania zmian (podobny do Pull Request)</a:t>
            </a:r>
          </a:p>
          <a:p>
            <a:pPr lvl="0"/>
            <a:r>
              <a:rPr/>
              <a:t>Historia wersji i audyt zmian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 w dokumentacji - Google NotebookLM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Syntetyzowanie obszernych specyfikacji i API</a:t>
            </a:r>
          </a:p>
          <a:p>
            <a:pPr lvl="0"/>
            <a:r>
              <a:rPr/>
              <a:t>Praca z wieloma źródłami naraz (pliki PDF, Docs, notatki)</a:t>
            </a:r>
          </a:p>
          <a:p>
            <a:pPr lvl="0"/>
            <a:r>
              <a:rPr/>
              <a:t>Generowanie podsumowań, FAQ i briefów na podstawie źródeł</a:t>
            </a:r>
          </a:p>
          <a:p>
            <a:pPr lvl="0"/>
            <a:r>
              <a:rPr/>
              <a:t>Zadawanie pytań w języku naturalnym do bazy wiedzy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Dokumentacja techniczna - Rodzaje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README.md</a:t>
            </a:r>
            <a:r>
              <a:rPr/>
              <a:t>: Wizytówka projektu w repozytorium</a:t>
            </a:r>
          </a:p>
          <a:p>
            <a:pPr lvl="0"/>
            <a:r>
              <a:rPr b="1"/>
              <a:t>Specyfikacja funkcjonalna</a:t>
            </a:r>
            <a:r>
              <a:rPr/>
              <a:t>: Co system ma robić?</a:t>
            </a:r>
          </a:p>
          <a:p>
            <a:pPr lvl="0"/>
            <a:r>
              <a:rPr b="1"/>
              <a:t>Opis architektury</a:t>
            </a:r>
            <a:r>
              <a:rPr/>
              <a:t>: Jak system jest zbudowany?</a:t>
            </a:r>
          </a:p>
          <a:p>
            <a:pPr lvl="0"/>
            <a:r>
              <a:rPr b="1"/>
              <a:t>User Story</a:t>
            </a:r>
            <a:r>
              <a:rPr/>
              <a:t>: Wymagania z perspektywy użytkownika</a:t>
            </a:r>
          </a:p>
          <a:p>
            <a:pPr lvl="0"/>
            <a:r>
              <a:rPr b="1"/>
              <a:t>Brief dla klienta</a:t>
            </a:r>
            <a:r>
              <a:rPr/>
              <a:t>: Zrozumiały opis założeń biznesowych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Markdown - Język dokumentacji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Lekki język znaczników</a:t>
            </a:r>
          </a:p>
          <a:p>
            <a:pPr lvl="0"/>
            <a:r>
              <a:rPr/>
              <a:t>Idealny dla programistów (wspierany m.in. przez GitHub, GitLab)</a:t>
            </a:r>
          </a:p>
          <a:p>
            <a:pPr lvl="0"/>
            <a:r>
              <a:rPr/>
              <a:t>Szybkie tworzenie:</a:t>
            </a:r>
          </a:p>
          <a:p>
            <a:pPr lvl="1"/>
            <a:r>
              <a:rPr/>
              <a:t>Nagłówków</a:t>
            </a:r>
          </a:p>
          <a:p>
            <a:pPr lvl="1"/>
            <a:r>
              <a:rPr/>
              <a:t>List i tabel</a:t>
            </a:r>
          </a:p>
          <a:p>
            <a:pPr lvl="1"/>
            <a:r>
              <a:rPr/>
              <a:t>Bloków kodu (</a:t>
            </a:r>
            <a:r>
              <a:rPr>
                <a:latin typeface="Courier"/>
              </a:rPr>
              <a:t>kod</a:t>
            </a:r>
            <a:r>
              <a:rPr/>
              <a:t>)</a:t>
            </a:r>
          </a:p>
          <a:p>
            <a:pPr lvl="1"/>
            <a:r>
              <a:rPr/>
              <a:t>Linków i obrazów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Automatyzacja i szablony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Automatyczny spis treści w Google Docs i Markdown</a:t>
            </a:r>
          </a:p>
          <a:p>
            <a:pPr lvl="0"/>
            <a:r>
              <a:rPr/>
              <a:t>Cross-referencing (odniesienia do innych sekcji)</a:t>
            </a:r>
          </a:p>
          <a:p>
            <a:pPr lvl="0"/>
            <a:r>
              <a:rPr/>
              <a:t>Szablony dla User Story (Jako… chcę… aby…)</a:t>
            </a:r>
          </a:p>
          <a:p>
            <a:pPr lvl="0"/>
            <a:r>
              <a:rPr/>
              <a:t>Jednolity styl dokumentów w zespole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Podsumowanie i dobre praktyki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Pisz dla odbiorcy (inny język dla dev, inny dla klienta)</a:t>
            </a:r>
          </a:p>
          <a:p>
            <a:pPr lvl="0"/>
            <a:r>
              <a:rPr/>
              <a:t>Aktualizuj dokumentację razem z kodem</a:t>
            </a:r>
          </a:p>
          <a:p>
            <a:pPr lvl="0"/>
            <a:r>
              <a:rPr/>
              <a:t>Wykorzystuj AI jako asystenta, nie jako jedynego twórcę</a:t>
            </a:r>
          </a:p>
          <a:p>
            <a:pPr lvl="0"/>
            <a:r>
              <a:rPr/>
              <a:t>Unikaj “ściany tekstu” - stosuj listy, pogrubienia, sekcje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2026-09-21T18:36:49Z</dcterms:created>
  <dcterms:modified xsi:type="dcterms:W3CDTF">2026-09-21T18:36:49Z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